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73"/>
  </p:normalViewPr>
  <p:slideViewPr>
    <p:cSldViewPr snapToGrid="0" snapToObjects="1">
      <p:cViewPr varScale="1">
        <p:scale>
          <a:sx n="129" d="100"/>
          <a:sy n="129" d="100"/>
        </p:scale>
        <p:origin x="1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CE67B-5823-E045-979C-8832ACFCD33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79950-56B9-8C4C-831D-1DC0BAFF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48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email</a:t>
            </a:r>
          </a:p>
          <a:p>
            <a:r>
              <a:rPr lang="en-US" dirty="0"/>
              <a:t>and </a:t>
            </a:r>
            <a:r>
              <a:rPr lang="en-US" dirty="0" err="1"/>
              <a:t>notelms</a:t>
            </a:r>
            <a:r>
              <a:rPr lang="en-US" dirty="0"/>
              <a:t>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61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reiterate problem, solution, and what the eval showed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06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945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Arial"/>
              </a:rPr>
              <a:t>NoteLMs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Yan Levin</a:t>
            </a:r>
          </a:p>
          <a:p>
            <a:pPr algn="ctr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Class notes are often chaotic and rarely reviewed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Existing tools still require manual organization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NoteLMs auto-classifies, folders, and HTML-formats notes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Voice feature reads notes aloud for review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Three models compete; accuracy scored in real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Website that auto-sorts and formats student notes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Reduces the chore of note organization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Also contributes research data on model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Microsoft OneNote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Apple Notes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Physical notebooks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All require manual organizing and formatting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Conceptual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Input: plain-text notes or note images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Classify subject → place in subject folder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Auto HTML-format for readability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Voice: paste notes → natural AI readout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Web app (Next.js) + local Express API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Three language models for classification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BERT service + local LLM pipeline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User notes stored on local filesystem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Goal: measure classification accuracy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Three models graded in real time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Live accuracy data for the research side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Threats: limited subjects / note styles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Auto organization makes note-taking less of a chore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Formatting + Voice support later review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Research loop: compare and score three models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•  Future work: broader subjects, better OCR / formatting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240</Words>
  <Application>Microsoft Macintosh PowerPoint</Application>
  <PresentationFormat>Widescreen</PresentationFormat>
  <Paragraphs>43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Yan Levin</cp:lastModifiedBy>
  <cp:revision>2</cp:revision>
  <dcterms:created xsi:type="dcterms:W3CDTF">2013-01-27T09:14:16Z</dcterms:created>
  <dcterms:modified xsi:type="dcterms:W3CDTF">2026-07-22T13:32:51Z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2145c00-f4d6-4f27-874c-dea6154370e3_Enabled">
    <vt:lpwstr>true</vt:lpwstr>
  </property>
  <property fmtid="{D5CDD505-2E9C-101B-9397-08002B2CF9AE}" pid="3" name="MSIP_Label_f2145c00-f4d6-4f27-874c-dea6154370e3_SetDate">
    <vt:lpwstr>2026-07-22T13:32:51Z</vt:lpwstr>
  </property>
  <property fmtid="{D5CDD505-2E9C-101B-9397-08002B2CF9AE}" pid="4" name="MSIP_Label_f2145c00-f4d6-4f27-874c-dea6154370e3_Method">
    <vt:lpwstr>Standard</vt:lpwstr>
  </property>
  <property fmtid="{D5CDD505-2E9C-101B-9397-08002B2CF9AE}" pid="5" name="MSIP_Label_f2145c00-f4d6-4f27-874c-dea6154370e3_Name">
    <vt:lpwstr>defa4170-0d19-0005-0004-bc88714345d2</vt:lpwstr>
  </property>
  <property fmtid="{D5CDD505-2E9C-101B-9397-08002B2CF9AE}" pid="6" name="MSIP_Label_f2145c00-f4d6-4f27-874c-dea6154370e3_SiteId">
    <vt:lpwstr>b2681e8b-dd20-46cf-b163-371a2d7c6014</vt:lpwstr>
  </property>
  <property fmtid="{D5CDD505-2E9C-101B-9397-08002B2CF9AE}" pid="7" name="MSIP_Label_f2145c00-f4d6-4f27-874c-dea6154370e3_ActionId">
    <vt:lpwstr>638e7344-8a5d-411f-a1f3-0a888f4bd13f</vt:lpwstr>
  </property>
  <property fmtid="{D5CDD505-2E9C-101B-9397-08002B2CF9AE}" pid="8" name="MSIP_Label_f2145c00-f4d6-4f27-874c-dea6154370e3_ContentBits">
    <vt:lpwstr>0</vt:lpwstr>
  </property>
  <property fmtid="{D5CDD505-2E9C-101B-9397-08002B2CF9AE}" pid="9" name="MSIP_Label_f2145c00-f4d6-4f27-874c-dea6154370e3_Tag">
    <vt:lpwstr>50, 3, 0, 1</vt:lpwstr>
  </property>
</Properties>
</file>