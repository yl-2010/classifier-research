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00000"/>
                </a:solidFill>
                <a:latin typeface="Arial"/>
              </a:rPr>
              <a:t>NoteLMs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628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000000"/>
                </a:solidFill>
                <a:latin typeface="Arial"/>
              </a:rPr>
              <a:t>Yan Levin</a:t>
            </a:r>
          </a:p>
          <a:p>
            <a:pPr algn="ctr">
              <a:spcAft>
                <a:spcPts val="600"/>
              </a:spcAft>
            </a:pPr>
            <a:r>
              <a:rPr sz="2200" b="0">
                <a:solidFill>
                  <a:srgbClr val="000000"/>
                </a:solidFill>
                <a:latin typeface="Arial"/>
              </a:rPr>
              <a:t>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000000"/>
                </a:solidFill>
                <a:latin typeface="Arial"/>
              </a:rPr>
              <a:t>Abstract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3736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•  Class notes are often chaotic and rarely reviewed</a:t>
            </a:r>
          </a:p>
          <a:p>
            <a:pPr>
              <a:spcAft>
                <a:spcPts val="1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•  Existing tools still require manual organization</a:t>
            </a:r>
          </a:p>
          <a:p>
            <a:pPr>
              <a:spcAft>
                <a:spcPts val="1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•  NoteLMs auto-classifies, folders, and HTML-formats notes</a:t>
            </a:r>
          </a:p>
          <a:p>
            <a:pPr>
              <a:spcAft>
                <a:spcPts val="1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•  Voice feature reads notes aloud for review</a:t>
            </a:r>
          </a:p>
          <a:p>
            <a:pPr>
              <a:spcAft>
                <a:spcPts val="1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•  Three models compete; accuracy scored in real time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000000"/>
                </a:solidFill>
                <a:latin typeface="Arial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3736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•  Website that auto-sorts and formats student notes</a:t>
            </a:r>
          </a:p>
          <a:p>
            <a:pPr>
              <a:spcAft>
                <a:spcPts val="1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•  Reduces the chore of note organization</a:t>
            </a:r>
          </a:p>
          <a:p>
            <a:pPr>
              <a:spcAft>
                <a:spcPts val="1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•  Also contributes research data on model accuracy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000000"/>
                </a:solidFill>
                <a:latin typeface="Arial"/>
              </a:rPr>
              <a:t>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3736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•  Microsoft OneNote</a:t>
            </a:r>
          </a:p>
          <a:p>
            <a:pPr>
              <a:spcAft>
                <a:spcPts val="1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•  Apple Notes</a:t>
            </a:r>
          </a:p>
          <a:p>
            <a:pPr>
              <a:spcAft>
                <a:spcPts val="1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•  Physical notebooks</a:t>
            </a:r>
          </a:p>
          <a:p>
            <a:pPr>
              <a:spcAft>
                <a:spcPts val="1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•  All require manual organizing and formatting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000000"/>
                </a:solidFill>
                <a:latin typeface="Arial"/>
              </a:rPr>
              <a:t>Conceptual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3736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•  Input: plain-text notes or note images</a:t>
            </a:r>
          </a:p>
          <a:p>
            <a:pPr>
              <a:spcAft>
                <a:spcPts val="1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•  Classify subject → place in subject folder</a:t>
            </a:r>
          </a:p>
          <a:p>
            <a:pPr>
              <a:spcAft>
                <a:spcPts val="1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•  Auto HTML-format for readability</a:t>
            </a:r>
          </a:p>
          <a:p>
            <a:pPr>
              <a:spcAft>
                <a:spcPts val="1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•  Voice: paste notes → natural AI readout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000000"/>
                </a:solidFill>
                <a:latin typeface="Arial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3736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•  Web app (Next.js) + local Express API</a:t>
            </a:r>
          </a:p>
          <a:p>
            <a:pPr>
              <a:spcAft>
                <a:spcPts val="1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•  Three language models for classification</a:t>
            </a:r>
          </a:p>
          <a:p>
            <a:pPr>
              <a:spcAft>
                <a:spcPts val="1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•  BERT service + local LLM pipeline</a:t>
            </a:r>
          </a:p>
          <a:p>
            <a:pPr>
              <a:spcAft>
                <a:spcPts val="1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•  User notes stored on local filesystem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000000"/>
                </a:solidFill>
                <a:latin typeface="Arial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3736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•  Goal: measure classification accuracy</a:t>
            </a:r>
          </a:p>
          <a:p>
            <a:pPr>
              <a:spcAft>
                <a:spcPts val="1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•  Three models graded in real time</a:t>
            </a:r>
          </a:p>
          <a:p>
            <a:pPr>
              <a:spcAft>
                <a:spcPts val="1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•  Live accuracy data for the research side</a:t>
            </a:r>
          </a:p>
          <a:p>
            <a:pPr>
              <a:spcAft>
                <a:spcPts val="1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•  Threats: limited subjects / note styles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000000"/>
                </a:solidFill>
                <a:latin typeface="Arial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3736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•  Auto organization makes note-taking less of a chore</a:t>
            </a:r>
          </a:p>
          <a:p>
            <a:pPr>
              <a:spcAft>
                <a:spcPts val="1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•  Formatting + Voice support later review</a:t>
            </a:r>
          </a:p>
          <a:p>
            <a:pPr>
              <a:spcAft>
                <a:spcPts val="1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•  Research loop: compare and score three models</a:t>
            </a:r>
          </a:p>
          <a:p>
            <a:pPr>
              <a:spcAft>
                <a:spcPts val="1800"/>
              </a:spcAft>
            </a:pPr>
            <a:r>
              <a:rPr sz="2400" b="0">
                <a:solidFill>
                  <a:srgbClr val="000000"/>
                </a:solidFill>
                <a:latin typeface="Arial"/>
              </a:rPr>
              <a:t>•  Future work: broader subjects, better OCR / formatting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